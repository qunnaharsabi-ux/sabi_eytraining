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b_p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554480"/>
            <a:ext cx="6035040" cy="3200400"/>
          </a:xfrm>
          <a:prstGeom prst="roundRect">
            <a:avLst>
              <a:gd name="adj" fmla="val 4000"/>
            </a:avLst>
          </a:prstGeom>
          <a:solidFill>
            <a:srgbClr val="241733">
              <a:alpha val="8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9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APP · STORYBOARD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21488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Good, Your Way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77240" y="324612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B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Maya's story — from the comparison trap to a supportive community and fitness on her own terms.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4206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panels  ·  a feelings-first, community-driven journey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b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2379269" cy="457200"/>
          </a:xfrm>
          <a:prstGeom prst="roundRect">
            <a:avLst>
              <a:gd name="adj" fmla="val 50000"/>
            </a:avLst>
          </a:prstGeom>
          <a:solidFill>
            <a:srgbClr val="2417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2379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1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Trap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2417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Everyone's already so fit… why even start?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F0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real barrier — comparison and intimidation, not laziness.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b_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2774290" cy="457200"/>
          </a:xfrm>
          <a:prstGeom prst="roundRect">
            <a:avLst>
              <a:gd name="adj" fmla="val 50000"/>
            </a:avLst>
          </a:prstGeom>
          <a:solidFill>
            <a:srgbClr val="2417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2774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2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Kind of App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2417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want to feel today?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F0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fitness around feelings, not appearance or weight.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b_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2083003" cy="457200"/>
          </a:xfrm>
          <a:prstGeom prst="roundRect">
            <a:avLst>
              <a:gd name="adj" fmla="val 50000"/>
            </a:avLst>
          </a:prstGeom>
          <a:solidFill>
            <a:srgbClr val="2417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2083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3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Her Own Terms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2417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10-minute flow, right in your living room.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F0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gym intimidation — fitness fits her space and life.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b_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1984248" cy="457200"/>
          </a:xfrm>
          <a:prstGeom prst="roundRect">
            <a:avLst>
              <a:gd name="adj" fmla="val 50000"/>
            </a:avLst>
          </a:prstGeom>
          <a:solidFill>
            <a:srgbClr val="2417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198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4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She's Not Alone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2417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and 3 others cheered you on!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F0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Belonging and encouragement replace the solo grind.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b_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2379269" cy="457200"/>
          </a:xfrm>
          <a:prstGeom prst="roundRect">
            <a:avLst>
              <a:gd name="adj" fmla="val 50000"/>
            </a:avLst>
          </a:prstGeom>
          <a:solidFill>
            <a:srgbClr val="2417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2379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5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Kindness Over Guilt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2417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Tired today? Three gentle minutes is plenty.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F0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adapts to her energy instead of shaming her.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b_p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3070555" cy="457200"/>
          </a:xfrm>
          <a:prstGeom prst="roundRect">
            <a:avLst>
              <a:gd name="adj" fmla="val 50000"/>
            </a:avLst>
          </a:prstGeom>
          <a:solidFill>
            <a:srgbClr val="2417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30705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6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 the Scale Can't Show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2417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logged: ‘More energy this week.’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F0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 success beyond weight or appearance.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b_p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1786738" cy="457200"/>
          </a:xfrm>
          <a:prstGeom prst="roundRect">
            <a:avLst>
              <a:gd name="adj" fmla="val 50000"/>
            </a:avLst>
          </a:prstGeom>
          <a:solidFill>
            <a:srgbClr val="2417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1786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7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It 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2417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cheered Anjali on her first workout!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F0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becomes generosity — she now lifts others up.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b_p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84048"/>
            <a:ext cx="566928" cy="566928"/>
          </a:xfrm>
          <a:prstGeom prst="ellipse">
            <a:avLst/>
          </a:prstGeom>
          <a:solidFill>
            <a:srgbClr val="EF7A4D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97280" y="448056"/>
            <a:ext cx="1885493" cy="457200"/>
          </a:xfrm>
          <a:prstGeom prst="roundRect">
            <a:avLst>
              <a:gd name="adj" fmla="val 50000"/>
            </a:avLst>
          </a:prstGeom>
          <a:solidFill>
            <a:srgbClr val="241733">
              <a:alpha val="9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448056"/>
            <a:ext cx="18854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8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Fit, Redefined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5084064"/>
            <a:ext cx="11155680" cy="1481328"/>
          </a:xfrm>
          <a:prstGeom prst="roundRect">
            <a:avLst>
              <a:gd name="adj" fmla="val 7407"/>
            </a:avLst>
          </a:prstGeom>
          <a:solidFill>
            <a:srgbClr val="241733">
              <a:alpha val="9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means feeling good in my own life.</a:t>
            </a:r>
            <a:pPr indent="0" marL="0">
              <a:buNone/>
            </a:pPr>
            <a:r>
              <a:rPr lang="en-US" sz="2200" b="1" i="1" dirty="0">
                <a:solidFill>
                  <a:srgbClr val="E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592531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D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 </a:t>
            </a:r>
            <a:pPr indent="0" marL="0">
              <a:buNone/>
            </a:pPr>
            <a:r>
              <a:rPr lang="en-US" sz="1400" dirty="0">
                <a:solidFill>
                  <a:srgbClr val="F0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on self-defined, sustainable wellbeing.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Feel Good, Your Way — Maya</dc:title>
  <dc:subject>PptxGenJS Presentation</dc:subject>
  <dc:creator>PptxGenJS</dc:creator>
  <cp:lastModifiedBy>PptxGenJS</cp:lastModifiedBy>
  <cp:revision>1</cp:revision>
  <dcterms:created xsi:type="dcterms:W3CDTF">2026-07-06T07:38:29Z</dcterms:created>
  <dcterms:modified xsi:type="dcterms:W3CDTF">2026-07-06T07:38:29Z</dcterms:modified>
</cp:coreProperties>
</file>